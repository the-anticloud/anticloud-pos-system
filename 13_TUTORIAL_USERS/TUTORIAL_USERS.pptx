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POS_SYSTEM | Category: SUPERMARKETS</a:t>
            </a:r>
          </a:p>
          <a:p>
            <a:r>
              <a:rPr sz="1400"/>
              <a:t>Upstream: https://github.com/AhmadEleiwa/POS-System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POS_SYSTEM.</a:t>
            </a:r>
          </a:p>
          <a:p>
            <a:r>
              <a:rPr sz="1400"/>
              <a:t>Web POS for supermarkets: product and cart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POS_SYSTEM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